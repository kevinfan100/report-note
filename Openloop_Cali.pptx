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2" r:id="rId2"/>
    <p:sldId id="256" r:id="rId3"/>
    <p:sldId id="258" r:id="rId4"/>
    <p:sldId id="257" r:id="rId5"/>
    <p:sldId id="259" r:id="rId6"/>
    <p:sldId id="261" r:id="rId7"/>
    <p:sldId id="260" r:id="rId8"/>
    <p:sldId id="265" r:id="rId9"/>
    <p:sldId id="266" r:id="rId10"/>
    <p:sldId id="267" r:id="rId11"/>
    <p:sldId id="269" r:id="rId12"/>
    <p:sldId id="270" r:id="rId13"/>
    <p:sldId id="271" r:id="rId14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19" autoAdjust="0"/>
    <p:restoredTop sz="94660"/>
  </p:normalViewPr>
  <p:slideViewPr>
    <p:cSldViewPr snapToGrid="0">
      <p:cViewPr>
        <p:scale>
          <a:sx n="107" d="100"/>
          <a:sy n="107" d="100"/>
        </p:scale>
        <p:origin x="462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A4AEE55-6545-2319-1ADD-8E4395C062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543092B-7BF0-5DBD-4AAE-D013C59AC5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1D05C3C-A1CB-5BB9-B8E1-F88496BDB1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3B7E0AD-F961-042D-EFE8-46F02D81F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D0B811-02DE-4862-968D-3244EBD40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185103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F1AA006-094C-F8C3-CAEB-E985890D2E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58C0B277-5341-DE09-7947-880401B44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E047A72-44EE-6394-B4FD-3882188E0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04BD06D-035E-B48E-267D-AFD66A4D18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09D0EA9-F68B-DBC6-6BDB-292AA868E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313796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33CFA42-6DC4-8EC3-9EB0-3A8156D1CA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E7B77BC1-DEAC-1254-6DBD-CD5061A239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B3F824C-6DE5-56B3-D122-ABDBFD01F4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DC4C386-713C-5604-E4DA-E351087BD2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4FF91A-4707-F199-BCD2-0C21886A2B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27594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75444D1-FE31-A5ED-33E0-FFBD4E14A8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DE8DE122-30A8-B8B2-B1AD-EA3DE323B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07460FF3-6603-FB33-C51F-08B371C25D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C28FBE8-0D98-4622-51A5-336215F00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292FCCE2-5CD4-975C-B2C2-372B86A76D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32C2C95-0A81-334A-81AB-1B370BB95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098284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9A3E05C-1723-D09C-C1C8-E9CB230E6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CBE321E0-1F89-67D2-678E-0A204520B8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8FD51D0-C853-3C7A-4E7A-581D4A6819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76A415ED-FD16-9541-4716-7565CC305D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89AB1B4-F3C8-2638-ACDD-F28024E652D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68329246-7C21-9BEF-4979-51FA9D636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B0398B09-EF07-B437-66B3-02D6ED6AA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837976F-B53E-5236-4E7E-D0451FD1A0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015676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F57EFF2-A9DD-D55F-5548-45061A899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483399A0-FB50-C9E1-B946-6F0F7163C9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3240493-8F9E-4708-269A-E5614A45B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3979B88D-86E3-44A6-FC44-55C776EEE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20771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1E113287-C01D-3FE9-076E-9EADF0BA0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6C9BD5BE-1C2C-0BAB-7966-2F0752CC47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D457FE4-5D8E-F7FA-B355-1B837877D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9087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3A33F4F-4A20-FCCA-C4C0-25063D6450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CE563CD-1222-299B-F694-9D317562005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60955DDF-AE01-8257-3C84-7BE335E6FC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DF4E15EA-3F20-C1D7-7213-AFE28E0892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5915AAC-BAD9-C531-ED4F-ADC36CE35D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1B83383-4A10-1616-B6FB-DA120659CC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432891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970F283-EDEA-82FC-8E57-9FA461AD83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4D28956-F239-A67C-F8A7-6E76CE4E0F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BC43F05B-A0A8-D969-6A37-25D17BF0733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0522A8C-F474-5961-6828-A5FB3E96C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793FE8A0-03B8-188C-9A60-F371CF66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CF6C1E9-27F0-1FC1-5FF0-6FB065FDC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87543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4CAF0F5-E6A4-85E8-839F-C929AB6B85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7E644AB-AEDF-8347-E467-970B28E5B1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48C89A8-1935-5B14-6C69-FAA62267D8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E4155F3-82F1-03A3-597F-706E1BD9E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D7E9FEC-2EE3-BD6F-23ED-EC589AB19C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433067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83C730B-1E04-CCCE-374C-92626D3AF8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86AB9E08-BD1E-155F-0EAC-3D204AE64B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16CB33E-94FC-5DE0-E1CB-93668C5A33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B54AB49-D31F-F263-1A27-C1617944D8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8803EE2-B9E4-59B7-7690-CDBFD8B22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34646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E5B9C1F9-81A8-8FE4-C902-779BE2592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0A28981-2439-0A53-47C6-8C221CF954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FB679DC-D2A8-3FC7-72AC-6F16F6C39D8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64DDFCE-F530-4609-990F-8819CCA5CEDA}" type="datetimeFigureOut">
              <a:rPr lang="zh-TW" altLang="en-US" smtClean="0"/>
              <a:t>2025/10/8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AB43411-D997-D96E-5142-4F78E99D25A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E4F1D9D-734D-E8DE-45C4-5F0FF75475F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DBB7B25-6534-4C74-8FAC-F7D1FA2DE83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9739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.png"/><Relationship Id="rId7" Type="http://schemas.openxmlformats.org/officeDocument/2006/relationships/image" Target="../media/image2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D73BC54-AD6B-5682-3BC1-3E48D34A0D9F}"/>
              </a:ext>
            </a:extLst>
          </p:cNvPr>
          <p:cNvSpPr txBox="1"/>
          <p:nvPr/>
        </p:nvSpPr>
        <p:spPr>
          <a:xfrm>
            <a:off x="857251" y="343499"/>
            <a:ext cx="7458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 Domain Data</a:t>
            </a:r>
          </a:p>
        </p:txBody>
      </p:sp>
      <p:pic>
        <p:nvPicPr>
          <p:cNvPr id="6" name="圖片 5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AFEFF7DE-C714-3520-CE27-9436E169A4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8110" y="1740039"/>
            <a:ext cx="5447193" cy="3813036"/>
          </a:xfrm>
          <a:prstGeom prst="rect">
            <a:avLst/>
          </a:prstGeom>
        </p:spPr>
      </p:pic>
      <p:sp>
        <p:nvSpPr>
          <p:cNvPr id="7" name="文字方塊 6">
            <a:extLst>
              <a:ext uri="{FF2B5EF4-FFF2-40B4-BE49-F238E27FC236}">
                <a16:creationId xmlns:a16="http://schemas.microsoft.com/office/drawing/2014/main" id="{5C62D14E-D21F-07F3-5F60-33EC65D86792}"/>
              </a:ext>
            </a:extLst>
          </p:cNvPr>
          <p:cNvSpPr txBox="1"/>
          <p:nvPr/>
        </p:nvSpPr>
        <p:spPr>
          <a:xfrm>
            <a:off x="1555806" y="5705475"/>
            <a:ext cx="3162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P5 Excitation P5 Response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圖片 10" descr="一張含有 文字, 行, 繪圖, 圖表 的圖片&#10;&#10;AI 產生的內容可能不正確。">
            <a:extLst>
              <a:ext uri="{FF2B5EF4-FFF2-40B4-BE49-F238E27FC236}">
                <a16:creationId xmlns:a16="http://schemas.microsoft.com/office/drawing/2014/main" id="{F61CD8E0-31F7-4F51-B635-A533A5EEC98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3167" y="1661993"/>
            <a:ext cx="5670183" cy="3969128"/>
          </a:xfrm>
          <a:prstGeom prst="rect">
            <a:avLst/>
          </a:prstGeom>
        </p:spPr>
      </p:pic>
      <p:sp>
        <p:nvSpPr>
          <p:cNvPr id="12" name="文字方塊 11">
            <a:extLst>
              <a:ext uri="{FF2B5EF4-FFF2-40B4-BE49-F238E27FC236}">
                <a16:creationId xmlns:a16="http://schemas.microsoft.com/office/drawing/2014/main" id="{934A945A-E57C-D2DF-02D2-15221EE0338E}"/>
              </a:ext>
            </a:extLst>
          </p:cNvPr>
          <p:cNvSpPr txBox="1"/>
          <p:nvPr/>
        </p:nvSpPr>
        <p:spPr>
          <a:xfrm>
            <a:off x="7473896" y="5705475"/>
            <a:ext cx="3162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P2 Excitation P2 Response</a:t>
            </a:r>
            <a:endParaRPr lang="zh-TW" alt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99F252E-C55C-59F6-F069-5E85F602A2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897" y="0"/>
            <a:ext cx="1095103" cy="662486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9/30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56249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87927162-16B5-D086-B58F-9379DA7CE8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64295" y="1680886"/>
            <a:ext cx="8063409" cy="4479672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2743031D-214E-AC92-DDC6-69FB539A6DD4}"/>
              </a:ext>
            </a:extLst>
          </p:cNvPr>
          <p:cNvSpPr txBox="1"/>
          <p:nvPr/>
        </p:nvSpPr>
        <p:spPr>
          <a:xfrm>
            <a:off x="857251" y="343499"/>
            <a:ext cx="7458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Fitting with Original Phase Data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2E81A2BD-9BB8-77EB-6326-EC6C97055A98}"/>
              </a:ext>
            </a:extLst>
          </p:cNvPr>
          <p:cNvSpPr txBox="1">
            <a:spLocks/>
          </p:cNvSpPr>
          <p:nvPr/>
        </p:nvSpPr>
        <p:spPr>
          <a:xfrm>
            <a:off x="11096897" y="0"/>
            <a:ext cx="1095103" cy="6624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9/30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872768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圖表, 螢幕擷取畫面, 行 的圖片&#10;&#10;AI 產生的內容可能不正確。">
            <a:extLst>
              <a:ext uri="{FF2B5EF4-FFF2-40B4-BE49-F238E27FC236}">
                <a16:creationId xmlns:a16="http://schemas.microsoft.com/office/drawing/2014/main" id="{76B56E03-2F13-0787-7FA0-CD08ABFE6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6226" y="2123816"/>
            <a:ext cx="6029324" cy="3146554"/>
          </a:xfrm>
          <a:prstGeom prst="rect">
            <a:avLst/>
          </a:prstGeom>
        </p:spPr>
      </p:pic>
      <p:pic>
        <p:nvPicPr>
          <p:cNvPr id="7" name="圖片 6" descr="一張含有 文字, 圖表, 螢幕擷取畫面, 行 的圖片&#10;&#10;AI 產生的內容可能不正確。">
            <a:extLst>
              <a:ext uri="{FF2B5EF4-FFF2-40B4-BE49-F238E27FC236}">
                <a16:creationId xmlns:a16="http://schemas.microsoft.com/office/drawing/2014/main" id="{0FC02AC8-796F-A093-9852-61F082A17D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62676" y="2123816"/>
            <a:ext cx="6029324" cy="3146554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530EB3E9-62D0-DC8E-0EA6-B3F37FE245E3}"/>
              </a:ext>
            </a:extLst>
          </p:cNvPr>
          <p:cNvSpPr txBox="1"/>
          <p:nvPr/>
        </p:nvSpPr>
        <p:spPr>
          <a:xfrm>
            <a:off x="857251" y="343499"/>
            <a:ext cx="7458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Fitting with Original Phase Data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2C5838F-8AA7-02B9-41C2-D4532E075F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897" y="0"/>
            <a:ext cx="1095103" cy="662486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9/30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691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圖片 8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CC9F8A7C-C7EB-13AD-14C4-45486C82BC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6" y="282446"/>
            <a:ext cx="6029324" cy="3146554"/>
          </a:xfrm>
          <a:prstGeom prst="rect">
            <a:avLst/>
          </a:prstGeom>
        </p:spPr>
      </p:pic>
      <p:pic>
        <p:nvPicPr>
          <p:cNvPr id="11" name="圖片 10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9705C1BC-2F92-921F-714D-577BBB25F48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82446"/>
            <a:ext cx="6029324" cy="3146554"/>
          </a:xfrm>
          <a:prstGeom prst="rect">
            <a:avLst/>
          </a:prstGeom>
        </p:spPr>
      </p:pic>
      <p:pic>
        <p:nvPicPr>
          <p:cNvPr id="13" name="圖片 12" descr="一張含有 文字, 圖表, 螢幕擷取畫面, 行 的圖片&#10;&#10;AI 產生的內容可能不正確。">
            <a:extLst>
              <a:ext uri="{FF2B5EF4-FFF2-40B4-BE49-F238E27FC236}">
                <a16:creationId xmlns:a16="http://schemas.microsoft.com/office/drawing/2014/main" id="{6212B6EC-44DF-DF8E-1309-106A0FBC20C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676" y="3429000"/>
            <a:ext cx="6029324" cy="3146554"/>
          </a:xfrm>
          <a:prstGeom prst="rect">
            <a:avLst/>
          </a:prstGeom>
        </p:spPr>
      </p:pic>
      <p:pic>
        <p:nvPicPr>
          <p:cNvPr id="15" name="圖片 14" descr="一張含有 文字, 螢幕擷取畫面, 行, 圖表 的圖片&#10;&#10;AI 產生的內容可能不正確。">
            <a:extLst>
              <a:ext uri="{FF2B5EF4-FFF2-40B4-BE49-F238E27FC236}">
                <a16:creationId xmlns:a16="http://schemas.microsoft.com/office/drawing/2014/main" id="{AFE6E551-1031-1BA1-24A2-5E45EE61550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429000"/>
            <a:ext cx="6029324" cy="314655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4142532F-671E-102C-B799-2CCB467C58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897" y="0"/>
            <a:ext cx="1095103" cy="662486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9/30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497245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A540E3-A324-F76C-2EC3-B2748C42835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字方塊 5">
            <a:extLst>
              <a:ext uri="{FF2B5EF4-FFF2-40B4-BE49-F238E27FC236}">
                <a16:creationId xmlns:a16="http://schemas.microsoft.com/office/drawing/2014/main" id="{4947B661-201E-343D-9A40-63D1D872EAB0}"/>
              </a:ext>
            </a:extLst>
          </p:cNvPr>
          <p:cNvSpPr txBox="1"/>
          <p:nvPr/>
        </p:nvSpPr>
        <p:spPr>
          <a:xfrm>
            <a:off x="857251" y="343499"/>
            <a:ext cx="9191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Fitting with Phase-Offset-Removed Data</a:t>
            </a:r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25A74F6A-2371-CDB5-2562-011E8A65F9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6937" y="1447512"/>
            <a:ext cx="7578126" cy="4324637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9AE23EA7-B773-4F31-072D-5ABE9DAE842D}"/>
              </a:ext>
            </a:extLst>
          </p:cNvPr>
          <p:cNvSpPr txBox="1">
            <a:spLocks/>
          </p:cNvSpPr>
          <p:nvPr/>
        </p:nvSpPr>
        <p:spPr>
          <a:xfrm>
            <a:off x="11096897" y="0"/>
            <a:ext cx="1095103" cy="6624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9/30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858078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BD0ED5AB-933D-FF2B-BBD3-78561D289F8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450" y="2533650"/>
            <a:ext cx="6096000" cy="3048000"/>
          </a:xfrm>
          <a:prstGeom prst="rect">
            <a:avLst/>
          </a:prstGeom>
        </p:spPr>
      </p:pic>
      <p:pic>
        <p:nvPicPr>
          <p:cNvPr id="5" name="圖片 4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61B53945-A255-87A5-7555-4CA334C137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2533650"/>
            <a:ext cx="6096000" cy="3048000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0A7EF699-5A81-8948-5B1C-7549C51C21D7}"/>
              </a:ext>
            </a:extLst>
          </p:cNvPr>
          <p:cNvSpPr txBox="1"/>
          <p:nvPr/>
        </p:nvSpPr>
        <p:spPr>
          <a:xfrm>
            <a:off x="857251" y="810224"/>
            <a:ext cx="443864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Results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A5D035A3-C72D-1EC6-F9BB-7A4FA0880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897" y="0"/>
            <a:ext cx="1095103" cy="662486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9/30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492438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7742A-5285-C12C-15C2-75C7854EFD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401E473E-B890-FC1A-6BF5-37DB43CD6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25" y="3552825"/>
            <a:ext cx="6096000" cy="3048000"/>
          </a:xfrm>
          <a:prstGeom prst="rect">
            <a:avLst/>
          </a:prstGeom>
        </p:spPr>
      </p:pic>
      <p:pic>
        <p:nvPicPr>
          <p:cNvPr id="11" name="圖片 10" descr="一張含有 文字, 圖表, 行, 方案 的圖片&#10;&#10;AI 產生的內容可能不正確。">
            <a:extLst>
              <a:ext uri="{FF2B5EF4-FFF2-40B4-BE49-F238E27FC236}">
                <a16:creationId xmlns:a16="http://schemas.microsoft.com/office/drawing/2014/main" id="{EBFB32DF-EABB-F413-8529-5E1BAB7AB0D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57925" y="381000"/>
            <a:ext cx="6096000" cy="3048000"/>
          </a:xfrm>
          <a:prstGeom prst="rect">
            <a:avLst/>
          </a:prstGeom>
        </p:spPr>
      </p:pic>
      <p:pic>
        <p:nvPicPr>
          <p:cNvPr id="13" name="圖片 12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22F0A6BF-BF02-E895-5276-4A6D3D60A05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" y="381000"/>
            <a:ext cx="6096000" cy="3048000"/>
          </a:xfrm>
          <a:prstGeom prst="rect">
            <a:avLst/>
          </a:prstGeom>
        </p:spPr>
      </p:pic>
      <p:pic>
        <p:nvPicPr>
          <p:cNvPr id="15" name="圖片 14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AF991C54-FF4B-C025-6A86-203450C334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275" y="3676650"/>
            <a:ext cx="6096000" cy="304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2ACC0E4E-6778-37D8-4D34-DE69363282A1}"/>
              </a:ext>
            </a:extLst>
          </p:cNvPr>
          <p:cNvSpPr txBox="1">
            <a:spLocks/>
          </p:cNvSpPr>
          <p:nvPr/>
        </p:nvSpPr>
        <p:spPr>
          <a:xfrm>
            <a:off x="11096897" y="0"/>
            <a:ext cx="1095103" cy="662486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60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TW">
                <a:latin typeface="Times New Roman" panose="02020603050405020304" pitchFamily="18" charset="0"/>
                <a:cs typeface="Times New Roman" panose="02020603050405020304" pitchFamily="18" charset="0"/>
              </a:rPr>
              <a:t>9/30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67574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群組 14">
            <a:extLst>
              <a:ext uri="{FF2B5EF4-FFF2-40B4-BE49-F238E27FC236}">
                <a16:creationId xmlns:a16="http://schemas.microsoft.com/office/drawing/2014/main" id="{0E9CC4C2-873E-0E90-2104-579588539C91}"/>
              </a:ext>
            </a:extLst>
          </p:cNvPr>
          <p:cNvGrpSpPr/>
          <p:nvPr/>
        </p:nvGrpSpPr>
        <p:grpSpPr>
          <a:xfrm>
            <a:off x="2513513" y="3923317"/>
            <a:ext cx="7164974" cy="2638227"/>
            <a:chOff x="2860763" y="3728009"/>
            <a:chExt cx="7164974" cy="2638227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5745CF42-85D6-C289-F9D7-E0307BB22E5D}"/>
                    </a:ext>
                  </a:extLst>
                </p:cNvPr>
                <p:cNvSpPr txBox="1"/>
                <p:nvPr/>
              </p:nvSpPr>
              <p:spPr>
                <a:xfrm>
                  <a:off x="4817485" y="5799029"/>
                  <a:ext cx="3251531" cy="5672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𝐛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den>
                        </m:f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6" name="文字方塊 5">
                  <a:extLst>
                    <a:ext uri="{FF2B5EF4-FFF2-40B4-BE49-F238E27FC236}">
                      <a16:creationId xmlns:a16="http://schemas.microsoft.com/office/drawing/2014/main" id="{5745CF42-85D6-C289-F9D7-E0307BB22E5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17485" y="5799029"/>
                  <a:ext cx="3251531" cy="567207"/>
                </a:xfrm>
                <a:prstGeom prst="rect">
                  <a:avLst/>
                </a:prstGeom>
                <a:blipFill>
                  <a:blip r:embed="rId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CE853BF5-D2C0-5274-EB28-D2EC838D6B07}"/>
                    </a:ext>
                  </a:extLst>
                </p:cNvPr>
                <p:cNvSpPr txBox="1"/>
                <p:nvPr/>
              </p:nvSpPr>
              <p:spPr>
                <a:xfrm>
                  <a:off x="2860763" y="4737628"/>
                  <a:ext cx="7164974" cy="6223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d>
                                      <m:d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den>
                            </m:f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+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22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d>
                                      <m:d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den>
                            </m:f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den>
                        </m:f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7" name="文字方塊 6">
                  <a:extLst>
                    <a:ext uri="{FF2B5EF4-FFF2-40B4-BE49-F238E27FC236}">
                      <a16:creationId xmlns:a16="http://schemas.microsoft.com/office/drawing/2014/main" id="{CE853BF5-D2C0-5274-EB28-D2EC838D6B0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60763" y="4737628"/>
                  <a:ext cx="7164974" cy="622350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D723D89F-12C4-1355-104E-C21703EFB4E2}"/>
                    </a:ext>
                  </a:extLst>
                </p:cNvPr>
                <p:cNvSpPr txBox="1"/>
                <p:nvPr/>
              </p:nvSpPr>
              <p:spPr>
                <a:xfrm>
                  <a:off x="2971883" y="3728009"/>
                  <a:ext cx="6942734" cy="622350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d>
                          <m:dPr>
                            <m:ctrlPr>
                              <a:rPr lang="en-US" altLang="zh-TW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d>
                                      <m:d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den>
                            </m:f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d>
                          <m:d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nary>
                                  <m:naryPr>
                                    <m:chr m:val="∑"/>
                                    <m:subHide m:val="on"/>
                                    <m:supHide m:val="on"/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naryPr>
                                  <m:sub/>
                                  <m:sup/>
                                  <m:e>
                                    <m: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d>
                                      <m:d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sSub>
                                          <m:sSubPr>
                                            <m:ctrlP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𝜔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zh-TW" i="1">
                                                <a:latin typeface="Cambria Math" panose="02040503050406030204" pitchFamily="18" charset="0"/>
                                              </a:rPr>
                                              <m:t>𝑘</m:t>
                                            </m:r>
                                          </m:sub>
                                        </m:sSub>
                                      </m:e>
                                    </m:d>
                                  </m:e>
                                </m:nary>
                              </m:den>
                            </m:f>
                            <m:sSubSup>
                              <m:sSubSup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  <m:sup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𝑇</m:t>
                                </m:r>
                              </m:sup>
                            </m:sSubSup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zh-TW" i="1"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den>
                        </m:f>
                        <m:sSubSup>
                          <m:sSubSup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sSub>
                          <m:sSub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8" name="文字方塊 7">
                  <a:extLst>
                    <a:ext uri="{FF2B5EF4-FFF2-40B4-BE49-F238E27FC236}">
                      <a16:creationId xmlns:a16="http://schemas.microsoft.com/office/drawing/2014/main" id="{D723D89F-12C4-1355-104E-C21703EFB4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71883" y="3728009"/>
                  <a:ext cx="6942734" cy="622350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5A2E0745-2ECB-D54F-6007-7B8AD6C80386}"/>
              </a:ext>
            </a:extLst>
          </p:cNvPr>
          <p:cNvGrpSpPr/>
          <p:nvPr/>
        </p:nvGrpSpPr>
        <p:grpSpPr>
          <a:xfrm>
            <a:off x="4470235" y="376841"/>
            <a:ext cx="3251531" cy="2711574"/>
            <a:chOff x="4791079" y="376841"/>
            <a:chExt cx="3251531" cy="271157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4A129BC9-1F09-BA18-E413-763463334F55}"/>
                    </a:ext>
                  </a:extLst>
                </p:cNvPr>
                <p:cNvSpPr txBox="1"/>
                <p:nvPr/>
              </p:nvSpPr>
              <p:spPr>
                <a:xfrm>
                  <a:off x="4791079" y="2521208"/>
                  <a:ext cx="3251531" cy="567207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𝐛</m:t>
                        </m:r>
                        <m:r>
                          <a:rPr lang="en-US" altLang="zh-TW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nary>
                              <m:naryPr>
                                <m:chr m:val="∑"/>
                                <m:subHide m:val="on"/>
                                <m:supHide m:val="on"/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naryPr>
                              <m:sub/>
                              <m:sup/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  <m:d>
                                  <m:dPr>
                                    <m:ctrlPr>
                                      <a:rPr lang="en-US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b>
                                      <m:sSubPr>
                                        <m:ctrlP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𝜔</m:t>
                                        </m:r>
                                      </m:e>
                                      <m:sub>
                                        <m:r>
                                          <a:rPr lang="en-US" altLang="zh-TW" i="1">
                                            <a:latin typeface="Cambria Math" panose="02040503050406030204" pitchFamily="18" charset="0"/>
                                          </a:rPr>
                                          <m:t>𝑘</m:t>
                                        </m:r>
                                      </m:sub>
                                    </m:sSub>
                                  </m:e>
                                </m:d>
                              </m:e>
                            </m:nary>
                          </m:den>
                        </m:f>
                        <m:d>
                          <m:dPr>
                            <m:begChr m:val="["/>
                            <m:endChr m:val="]"/>
                            <m:ctrlPr>
                              <a:rPr lang="en-US" altLang="zh-TW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b>
                            </m:sSub>
                            <m:r>
                              <a:rPr lang="en-US" altLang="zh-TW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en-US" altLang="zh-TW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b>
                            </m:sSub>
                          </m:e>
                        </m:d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9" name="文字方塊 8">
                  <a:extLst>
                    <a:ext uri="{FF2B5EF4-FFF2-40B4-BE49-F238E27FC236}">
                      <a16:creationId xmlns:a16="http://schemas.microsoft.com/office/drawing/2014/main" id="{4A129BC9-1F09-BA18-E413-763463334F5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91079" y="2521208"/>
                  <a:ext cx="3251531" cy="567207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BC8E6452-5AA6-A6F3-28D2-B3A211E8A858}"/>
                    </a:ext>
                  </a:extLst>
                </p:cNvPr>
                <p:cNvSpPr txBox="1"/>
                <p:nvPr/>
              </p:nvSpPr>
              <p:spPr>
                <a:xfrm>
                  <a:off x="4800664" y="1546304"/>
                  <a:ext cx="3232360" cy="670761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l-PL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l-PL" altLang="zh-TW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sSub>
                          <m:sSubPr>
                            <m:ctrlPr>
                              <a:rPr lang="pl-PL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pl-PL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pl-PL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b>
                          <m:sSubPr>
                            <m:ctrlPr>
                              <a:rPr lang="pl-PL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pl-PL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lang="pl-PL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pl-PL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pl-PL" altLang="zh-TW" i="1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altLang="zh-TW" b="0" i="1" smtClean="0">
                            <a:latin typeface="Cambria Math" panose="02040503050406030204" pitchFamily="18" charset="0"/>
                          </a:rPr>
                          <m:t>𝐛</m:t>
                        </m:r>
                        <m:nary>
                          <m:naryPr>
                            <m:chr m:val="∑"/>
                            <m:subHide m:val="on"/>
                            <m:supHide m:val="on"/>
                            <m:ctrlPr>
                              <a:rPr lang="pl-PL" altLang="zh-TW" b="0" i="1" smtClean="0">
                                <a:latin typeface="Cambria Math" panose="02040503050406030204" pitchFamily="18" charset="0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pl-PL" altLang="zh-TW" i="1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d>
                              <m:dPr>
                                <m:ctrlPr>
                                  <a:rPr lang="pl-PL" altLang="zh-TW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pl-PL" altLang="zh-TW" i="1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pl-PL" altLang="zh-TW" i="1">
                                        <a:latin typeface="Cambria Math" panose="02040503050406030204" pitchFamily="18" charset="0"/>
                                      </a:rPr>
                                      <m:t>𝜔</m:t>
                                    </m:r>
                                  </m:e>
                                  <m:sub>
                                    <m:r>
                                      <a:rPr lang="pl-PL" altLang="zh-TW" i="1">
                                        <a:latin typeface="Cambria Math" panose="02040503050406030204" pitchFamily="18" charset="0"/>
                                      </a:rPr>
                                      <m:t>𝑘</m:t>
                                    </m:r>
                                  </m:sub>
                                </m:sSub>
                              </m:e>
                            </m:d>
                          </m:e>
                        </m:nary>
                        <m:r>
                          <a:rPr lang="pl-PL" altLang="zh-TW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pl-PL" altLang="zh-TW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l-PL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pl-PL" altLang="zh-TW" i="1">
                                <a:latin typeface="Cambria Math" panose="02040503050406030204" pitchFamily="18" charset="0"/>
                              </a:rPr>
                              <m:t>𝑏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0" name="文字方塊 9">
                  <a:extLst>
                    <a:ext uri="{FF2B5EF4-FFF2-40B4-BE49-F238E27FC236}">
                      <a16:creationId xmlns:a16="http://schemas.microsoft.com/office/drawing/2014/main" id="{BC8E6452-5AA6-A6F3-28D2-B3A211E8A8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800664" y="1546304"/>
                  <a:ext cx="3232360" cy="670761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7B85B179-3728-B294-FF60-E7D1C55F514F}"/>
                    </a:ext>
                  </a:extLst>
                </p:cNvPr>
                <p:cNvSpPr txBox="1"/>
                <p:nvPr/>
              </p:nvSpPr>
              <p:spPr>
                <a:xfrm>
                  <a:off x="5507108" y="961316"/>
                  <a:ext cx="1819472" cy="280846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22</m:t>
                            </m:r>
                          </m:sub>
                        </m:sSub>
                        <m:sSub>
                          <m:sSubPr>
                            <m:ctrlPr>
                              <a:rPr lang="fr-FR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fr-FR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fr-FR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  <m:sup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fr-FR" altLang="zh-TW" i="1">
                            <a:latin typeface="Cambria Math" panose="02040503050406030204" pitchFamily="18" charset="0"/>
                          </a:rPr>
                          <m:t>𝐛</m:t>
                        </m:r>
                        <m:r>
                          <a:rPr lang="fr-FR" altLang="zh-TW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3" name="文字方塊 12">
                  <a:extLst>
                    <a:ext uri="{FF2B5EF4-FFF2-40B4-BE49-F238E27FC236}">
                      <a16:creationId xmlns:a16="http://schemas.microsoft.com/office/drawing/2014/main" id="{7B85B179-3728-B294-FF60-E7D1C55F514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07108" y="961316"/>
                  <a:ext cx="1819472" cy="280846"/>
                </a:xfrm>
                <a:prstGeom prst="rect">
                  <a:avLst/>
                </a:prstGeom>
                <a:blipFill>
                  <a:blip r:embed="rId7"/>
                  <a:stretch>
                    <a:fillRect l="-1678" r="-1007" b="-2608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09C135F7-1012-1F81-95E0-782E0D90688A}"/>
                    </a:ext>
                  </a:extLst>
                </p:cNvPr>
                <p:cNvSpPr txBox="1"/>
                <p:nvPr/>
              </p:nvSpPr>
              <p:spPr>
                <a:xfrm>
                  <a:off x="5515091" y="376841"/>
                  <a:ext cx="1803507" cy="280333"/>
                </a:xfrm>
                <a:prstGeom prst="rect">
                  <a:avLst/>
                </a:prstGeom>
                <a:noFill/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fr-FR" altLang="zh-TW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  <m:sSub>
                          <m:sSubPr>
                            <m:ctrlPr>
                              <a:rPr lang="fr-FR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fr-FR" altLang="zh-TW" i="1">
                            <a:latin typeface="Cambria Math" panose="02040503050406030204" pitchFamily="18" charset="0"/>
                          </a:rPr>
                          <m:t>+</m:t>
                        </m:r>
                        <m:sSubSup>
                          <m:sSubSupPr>
                            <m:ctrlPr>
                              <a:rPr lang="fr-FR" altLang="zh-TW" i="1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  <m:sup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p>
                        </m:sSubSup>
                        <m:r>
                          <a:rPr lang="fr-FR" altLang="zh-TW" i="1">
                            <a:latin typeface="Cambria Math" panose="02040503050406030204" pitchFamily="18" charset="0"/>
                          </a:rPr>
                          <m:t>𝐛</m:t>
                        </m:r>
                        <m:r>
                          <a:rPr lang="fr-FR" altLang="zh-TW" i="1">
                            <a:latin typeface="Cambria Math" panose="02040503050406030204" pitchFamily="18" charset="0"/>
                          </a:rPr>
                          <m:t>=</m:t>
                        </m:r>
                        <m:sSub>
                          <m:sSubPr>
                            <m:ctrlPr>
                              <a:rPr lang="fr-FR" altLang="zh-TW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fr-FR" altLang="zh-TW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zh-TW" altLang="en-US" dirty="0"/>
                </a:p>
              </p:txBody>
            </p:sp>
          </mc:Choice>
          <mc:Fallback xmlns="">
            <p:sp>
              <p:nvSpPr>
                <p:cNvPr id="14" name="文字方塊 13">
                  <a:extLst>
                    <a:ext uri="{FF2B5EF4-FFF2-40B4-BE49-F238E27FC236}">
                      <a16:creationId xmlns:a16="http://schemas.microsoft.com/office/drawing/2014/main" id="{09C135F7-1012-1F81-95E0-782E0D90688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515091" y="376841"/>
                  <a:ext cx="1803507" cy="280333"/>
                </a:xfrm>
                <a:prstGeom prst="rect">
                  <a:avLst/>
                </a:prstGeom>
                <a:blipFill>
                  <a:blip r:embed="rId8"/>
                  <a:stretch>
                    <a:fillRect l="-1689" r="-676" b="-26087"/>
                  </a:stretch>
                </a:blipFill>
              </p:spPr>
              <p:txBody>
                <a:bodyPr/>
                <a:lstStyle/>
                <a:p>
                  <a:r>
                    <a:rPr lang="zh-TW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2" name="標題 1">
            <a:extLst>
              <a:ext uri="{FF2B5EF4-FFF2-40B4-BE49-F238E27FC236}">
                <a16:creationId xmlns:a16="http://schemas.microsoft.com/office/drawing/2014/main" id="{604C1C26-042E-DFC0-45B4-EF5C43BF62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897" y="0"/>
            <a:ext cx="1095103" cy="662486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41921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7D0C073B-DD88-BE84-9F4B-9920469D800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05091" y="1322616"/>
            <a:ext cx="5903218" cy="5257800"/>
          </a:xfrm>
          <a:prstGeom prst="rect">
            <a:avLst/>
          </a:prstGeom>
        </p:spPr>
      </p:pic>
      <p:pic>
        <p:nvPicPr>
          <p:cNvPr id="15" name="圖片 14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D0AB2032-110F-187A-D97F-ADC8639C8FB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2782" y="1322616"/>
            <a:ext cx="5903218" cy="52578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1CDE4DF-2773-F426-EF30-A9CBBFF147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897" y="0"/>
            <a:ext cx="1095103" cy="662486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7530D3CD-F426-7375-3EF2-623A6A6ED907}"/>
              </a:ext>
            </a:extLst>
          </p:cNvPr>
          <p:cNvSpPr txBox="1"/>
          <p:nvPr/>
        </p:nvSpPr>
        <p:spPr>
          <a:xfrm>
            <a:off x="857251" y="343499"/>
            <a:ext cx="9191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</a:t>
            </a:r>
          </a:p>
        </p:txBody>
      </p:sp>
    </p:spTree>
    <p:extLst>
      <p:ext uri="{BB962C8B-B14F-4D97-AF65-F5344CB8AC3E}">
        <p14:creationId xmlns:p14="http://schemas.microsoft.com/office/powerpoint/2010/main" val="29901175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2E7A5474-1EE6-854C-FEF5-0A6001592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71603"/>
            <a:ext cx="6096000" cy="5429504"/>
          </a:xfrm>
          <a:prstGeom prst="rect">
            <a:avLst/>
          </a:prstGeom>
        </p:spPr>
      </p:pic>
      <p:pic>
        <p:nvPicPr>
          <p:cNvPr id="7" name="圖片 6" descr="一張含有 文字, 螢幕擷取畫面, 圖表, 行 的圖片&#10;&#10;AI 產生的內容可能不正確。">
            <a:extLst>
              <a:ext uri="{FF2B5EF4-FFF2-40B4-BE49-F238E27FC236}">
                <a16:creationId xmlns:a16="http://schemas.microsoft.com/office/drawing/2014/main" id="{4DF2F87B-B605-34CF-9465-3BC543833D9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271603"/>
            <a:ext cx="6096000" cy="5429504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70EA8830-9EBB-3EC3-633D-7116F0887D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897" y="0"/>
            <a:ext cx="1095103" cy="662486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10/2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10C8C060-EDFB-7790-2BC3-20DDF3F4714D}"/>
              </a:ext>
            </a:extLst>
          </p:cNvPr>
          <p:cNvSpPr txBox="1"/>
          <p:nvPr/>
        </p:nvSpPr>
        <p:spPr>
          <a:xfrm>
            <a:off x="857251" y="343499"/>
            <a:ext cx="9191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Different </a:t>
            </a:r>
            <a:r>
              <a:rPr lang="en-US" altLang="zh-TW" sz="4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wc</a:t>
            </a:r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comparison results</a:t>
            </a:r>
          </a:p>
        </p:txBody>
      </p:sp>
    </p:spTree>
    <p:extLst>
      <p:ext uri="{BB962C8B-B14F-4D97-AF65-F5344CB8AC3E}">
        <p14:creationId xmlns:p14="http://schemas.microsoft.com/office/powerpoint/2010/main" val="2088503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2ABA570D-2711-2125-E15E-2503E9A7F8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897" y="0"/>
            <a:ext cx="1095103" cy="662486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圖片 8" descr="一張含有 文字, 螢幕擷取畫面, 字型, 數字 的圖片&#10;&#10;AI 產生的內容可能不正確。">
            <a:extLst>
              <a:ext uri="{FF2B5EF4-FFF2-40B4-BE49-F238E27FC236}">
                <a16:creationId xmlns:a16="http://schemas.microsoft.com/office/drawing/2014/main" id="{54D898E0-2B15-3819-B022-73281E59F0D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714" y="1048047"/>
            <a:ext cx="11428571" cy="47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14544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1F4E16-DBB2-7AC4-F129-7DFFA879A1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>
            <a:extLst>
              <a:ext uri="{FF2B5EF4-FFF2-40B4-BE49-F238E27FC236}">
                <a16:creationId xmlns:a16="http://schemas.microsoft.com/office/drawing/2014/main" id="{B39905A4-83DA-779A-DC73-EEAC91008C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6897" y="0"/>
            <a:ext cx="1095103" cy="662486"/>
          </a:xfrm>
        </p:spPr>
        <p:txBody>
          <a:bodyPr>
            <a:normAutofit fontScale="90000"/>
          </a:bodyPr>
          <a:lstStyle/>
          <a:p>
            <a:r>
              <a:rPr lang="en-US" altLang="zh-TW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10/8</a:t>
            </a:r>
            <a:endParaRPr lang="zh-TW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10DCF78A-134D-26FA-5D04-99041926949E}"/>
              </a:ext>
            </a:extLst>
          </p:cNvPr>
          <p:cNvSpPr txBox="1"/>
          <p:nvPr/>
        </p:nvSpPr>
        <p:spPr>
          <a:xfrm>
            <a:off x="857251" y="343499"/>
            <a:ext cx="919162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Response Comparison</a:t>
            </a:r>
          </a:p>
        </p:txBody>
      </p:sp>
      <p:pic>
        <p:nvPicPr>
          <p:cNvPr id="5" name="圖片 4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7C9FCE19-54EB-FA1B-9519-C1C300666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909480"/>
            <a:ext cx="6390171" cy="3334871"/>
          </a:xfrm>
          <a:prstGeom prst="rect">
            <a:avLst/>
          </a:prstGeom>
        </p:spPr>
      </p:pic>
      <p:pic>
        <p:nvPicPr>
          <p:cNvPr id="7" name="圖片 6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338080CD-C856-85AF-B03E-D1A3602225C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1829" y="1909481"/>
            <a:ext cx="6390171" cy="33348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463520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2510FF-9BB6-CA78-A0F0-072085D2C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3FF28765-79DF-7C08-6B7E-191A9C72B5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0318"/>
            <a:ext cx="5995080" cy="3128682"/>
          </a:xfrm>
          <a:prstGeom prst="rect">
            <a:avLst/>
          </a:prstGeom>
        </p:spPr>
      </p:pic>
      <p:pic>
        <p:nvPicPr>
          <p:cNvPr id="6" name="圖片 5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EE00DE5C-2BD7-C2EA-7245-A64BBDE743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00318"/>
            <a:ext cx="5995080" cy="3128682"/>
          </a:xfrm>
          <a:prstGeom prst="rect">
            <a:avLst/>
          </a:prstGeom>
        </p:spPr>
      </p:pic>
      <p:pic>
        <p:nvPicPr>
          <p:cNvPr id="8" name="圖片 7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E74B1B41-1B28-A0CE-2357-A1C02EFD3F0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20" y="3729318"/>
            <a:ext cx="5995080" cy="3128682"/>
          </a:xfrm>
          <a:prstGeom prst="rect">
            <a:avLst/>
          </a:prstGeom>
        </p:spPr>
      </p:pic>
      <p:pic>
        <p:nvPicPr>
          <p:cNvPr id="10" name="圖片 9" descr="一張含有 文字, 圖表, 行, 繪圖 的圖片&#10;&#10;AI 產生的內容可能不正確。">
            <a:extLst>
              <a:ext uri="{FF2B5EF4-FFF2-40B4-BE49-F238E27FC236}">
                <a16:creationId xmlns:a16="http://schemas.microsoft.com/office/drawing/2014/main" id="{231B6379-33F4-9812-F7BA-C69B6B65D76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729318"/>
            <a:ext cx="5995080" cy="31286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6500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721</TotalTime>
  <Words>104</Words>
  <Application>Microsoft Office PowerPoint</Application>
  <PresentationFormat>寬螢幕</PresentationFormat>
  <Paragraphs>29</Paragraphs>
  <Slides>13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13</vt:i4>
      </vt:variant>
    </vt:vector>
  </HeadingPairs>
  <TitlesOfParts>
    <vt:vector size="19" baseType="lpstr">
      <vt:lpstr>Aptos</vt:lpstr>
      <vt:lpstr>Aptos Display</vt:lpstr>
      <vt:lpstr>Arial</vt:lpstr>
      <vt:lpstr>Cambria Math</vt:lpstr>
      <vt:lpstr>Times New Roman</vt:lpstr>
      <vt:lpstr>Office 佈景主題</vt:lpstr>
      <vt:lpstr>9/30</vt:lpstr>
      <vt:lpstr>PowerPoint 簡報</vt:lpstr>
      <vt:lpstr>9/30</vt:lpstr>
      <vt:lpstr>9/30</vt:lpstr>
      <vt:lpstr>PowerPoint 簡報</vt:lpstr>
      <vt:lpstr>9/30</vt:lpstr>
      <vt:lpstr>PowerPoint 簡報</vt:lpstr>
      <vt:lpstr>10/2</vt:lpstr>
      <vt:lpstr>10/2</vt:lpstr>
      <vt:lpstr>10/2</vt:lpstr>
      <vt:lpstr>10/8</vt:lpstr>
      <vt:lpstr>10/8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范宏翌</dc:creator>
  <cp:lastModifiedBy>范宏翌</cp:lastModifiedBy>
  <cp:revision>7</cp:revision>
  <dcterms:created xsi:type="dcterms:W3CDTF">2025-09-30T09:36:28Z</dcterms:created>
  <dcterms:modified xsi:type="dcterms:W3CDTF">2025-10-08T03:42:13Z</dcterms:modified>
</cp:coreProperties>
</file>